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TenzorX 2026  ·  Poonawalla Fincorp  ·  Problem Statement 4C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KiranaLens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907792"/>
            <a:ext cx="5029200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AAAAAA"/>
                </a:solidFill>
              </a:rPr>
              <a:t>See the Store. Know the Cash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Remote Cash Flow Underwriting for Kirana Stores
using Vision &amp; Geo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663440"/>
            <a:ext cx="1554480" cy="329184"/>
          </a:xfrm>
          <a:prstGeom prst="rect">
            <a:avLst/>
          </a:prstGeom>
          <a:solidFill>
            <a:srgbClr val="1A1A1A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900" b="1">
                <a:solidFill>
                  <a:srgbClr val="F5A623"/>
                </a:solidFill>
              </a:rPr>
              <a:t>🔍 Vision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4663440"/>
            <a:ext cx="1554480" cy="329184"/>
          </a:xfrm>
          <a:prstGeom prst="rect">
            <a:avLst/>
          </a:prstGeom>
          <a:solidFill>
            <a:srgbClr val="1A1A1A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900" b="1">
                <a:solidFill>
                  <a:srgbClr val="F5A623"/>
                </a:solidFill>
              </a:rPr>
              <a:t>📍 Geo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4663440"/>
            <a:ext cx="1554480" cy="329184"/>
          </a:xfrm>
          <a:prstGeom prst="rect">
            <a:avLst/>
          </a:prstGeom>
          <a:solidFill>
            <a:srgbClr val="1A1A1A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900" b="1">
                <a:solidFill>
                  <a:srgbClr val="F5A623"/>
                </a:solidFill>
              </a:rPr>
              <a:t>💳 Credit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663440"/>
            <a:ext cx="1463040" cy="329184"/>
          </a:xfrm>
          <a:prstGeom prst="rect">
            <a:avLst/>
          </a:prstGeom>
          <a:solidFill>
            <a:srgbClr val="1A1A1A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/>
          <a:lstStyle/>
          <a:p>
            <a:pPr algn="ctr"/>
            <a:r>
              <a:rPr sz="900" b="1">
                <a:solidFill>
                  <a:srgbClr val="F5A623"/>
                </a:solidFill>
              </a:rPr>
              <a:t>⚡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Aishwarya Tripathi  ·  VIT Vellore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035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github.com/AshThe25/KiranaLens-TenzorX2026-FINAL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KiranaLens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TenzorX 2026 · Poonawalla Fincorp · Problem 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12 million kirana stores. ₹40 lakh crore credit gap. Zero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2560320" cy="1325880"/>
          </a:xfrm>
          <a:prstGeom prst="rect">
            <a:avLst/>
          </a:prstGeom>
          <a:solidFill>
            <a:srgbClr val="1E1E1E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A623"/>
                </a:solidFill>
              </a:rPr>
              <a:t>12M+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stores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Kirana Stores in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828800"/>
            <a:ext cx="2560320" cy="1325880"/>
          </a:xfrm>
          <a:prstGeom prst="rect">
            <a:avLst/>
          </a:prstGeom>
          <a:solidFill>
            <a:srgbClr val="1E1E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9933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4444"/>
                </a:solidFill>
              </a:rPr>
              <a:t>₹40L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unserved annually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34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Informal Credit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828800"/>
            <a:ext cx="2560320" cy="1325880"/>
          </a:xfrm>
          <a:prstGeom prst="rect">
            <a:avLst/>
          </a:prstGeom>
          <a:solidFill>
            <a:srgbClr val="1E1E1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9933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C107"/>
                </a:solidFill>
              </a:rPr>
              <a:t>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of loan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834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Rejection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1828800"/>
            <a:ext cx="2560320" cy="1325880"/>
          </a:xfrm>
          <a:prstGeom prst="rect">
            <a:avLst/>
          </a:prstGeom>
          <a:solidFill>
            <a:srgbClr val="1E1E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9933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8BDF8"/>
                </a:solidFill>
              </a:rPr>
              <a:t>₹3,200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per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834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Field Visit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401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banks can't serve them today: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22191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❌  No formal financial records or bank statements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97679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❌  No credit bureau footprint — invisible to traditional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73168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❌  Field visits cost ₹3,200+ each and take 5–7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48656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❌  Loan officers rely on gut feel → inconsistent, biased decisions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12648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181344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A623"/>
                </a:solidFill>
              </a:rPr>
              <a:t>Result: Creditworthy store owners are denied loans. Informal lenders charge 40–60% interest. The cycle continues.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KiranaLens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TenzorX 2026 · Poonawalla Fincorp · Problem 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KiranaLens — 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Smartphone photos + GPS → AI credit score in under 60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651760" cy="2926080"/>
          </a:xfrm>
          <a:prstGeom prst="rect">
            <a:avLst/>
          </a:prstGeom>
          <a:solidFill>
            <a:srgbClr val="161616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1051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Upload
Photos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3–5 store photos
from any smartphone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27432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691640"/>
            <a:ext cx="2651760" cy="2926080"/>
          </a:xfrm>
          <a:prstGeom prst="rect">
            <a:avLst/>
          </a:prstGeom>
          <a:solidFill>
            <a:srgbClr val="161616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87451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45059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Drop
GPS Pin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9718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Single tap on
store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27432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10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1691640"/>
            <a:ext cx="2651760" cy="2926080"/>
          </a:xfrm>
          <a:prstGeom prst="rect">
            <a:avLst/>
          </a:prstGeom>
          <a:solidFill>
            <a:srgbClr val="1616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81051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187451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45059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AI
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9718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Vision + Geo
intelligence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7432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4584" y="1691640"/>
            <a:ext cx="2651760" cy="2926080"/>
          </a:xfrm>
          <a:prstGeom prst="rect">
            <a:avLst/>
          </a:prstGeom>
          <a:solidFill>
            <a:srgbClr val="16161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9176" y="181051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7544" y="1874519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45059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Credit
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29718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Risk score, revenue
range, loan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46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No field visits.   No documents.   No waiting.   No bias.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60 sec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Full 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5577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💰 ₹0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9070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Field visit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577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📱 Any phone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59070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No special hardware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59" y="5577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3-layer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59" y="59070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Fraud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577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🏦 Instant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59070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Loan eligibility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KiranaLens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TenzorX 2026 · Poonawalla Fincorp · Problem 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Three intelligent layers working in parallel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429000" cy="4297680"/>
          </a:xfrm>
          <a:prstGeom prst="rect">
            <a:avLst/>
          </a:prstGeom>
          <a:solidFill>
            <a:srgbClr val="141414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105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LAYER 1 — VISION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128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Google Vision API
+ Smart Simulation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76148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• Label Detection (30 results)
• Object Localization (20 results)
• Shelf density analysis
• SKU diversity counting
• Entropy-based complexity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691640"/>
            <a:ext cx="3429000" cy="4297680"/>
          </a:xfrm>
          <a:prstGeom prst="rect">
            <a:avLst/>
          </a:prstGeom>
          <a:solidFill>
            <a:srgbClr val="14141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8105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LAYER 2 — GEO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2128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Google Maps API
+ Coordinate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76148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• Places Nearby (grocery/school/transit)
• Catchment density scoring
• Footfall proxy index
• Competition density mapping
• 12 Indian city profiles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691640"/>
            <a:ext cx="3429000" cy="4297680"/>
          </a:xfrm>
          <a:prstGeom prst="rect">
            <a:avLst/>
          </a:prstGeom>
          <a:solidFill>
            <a:srgbClr val="14141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8105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LAYER 3 — SCORING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2128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Weighted Composite Model
v1.0.0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76148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• 6-signal weighted formula
• ±22% confidence bands
• Fraud cross-validation
• Risk classification
• Loan eligibility calc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35204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A623"/>
                </a:solidFill>
              </a:rPr>
              <a:t>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5204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44768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19963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AAAA"/>
                </a:solidFill>
              </a:rPr>
              <a:t>All layers run in parallel (Promise.all) · Google APIs used if keys set · Smart simulation fallback always active · Zero downtime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KiranaLens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TenzorX 2026 · Poonawalla Fincorp · Problem 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Vision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Extracting financial signals from store photographs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19072"/>
            <a:ext cx="5394960" cy="1664208"/>
          </a:xfrm>
          <a:prstGeom prst="rect">
            <a:avLst/>
          </a:prstGeom>
          <a:solidFill>
            <a:srgbClr val="161616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822960" cy="16642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3113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</a:rPr>
              <a:t>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28800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Shelf Density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86000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% of shelf space occupied
Proxy for working capital &amp; stock turnover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19072"/>
            <a:ext cx="5394960" cy="1664208"/>
          </a:xfrm>
          <a:prstGeom prst="rect">
            <a:avLst/>
          </a:prstGeom>
          <a:solidFill>
            <a:srgbClr val="161616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19072"/>
            <a:ext cx="822960" cy="16642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23113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</a:rPr>
              <a:t>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828800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SKU Diversity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286000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Distinct product categories detected
Breadth = revenue stability signal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39312"/>
            <a:ext cx="5394960" cy="1664208"/>
          </a:xfrm>
          <a:prstGeom prst="rect">
            <a:avLst/>
          </a:prstGeom>
          <a:solidFill>
            <a:srgbClr val="1616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639312"/>
            <a:ext cx="822960" cy="16642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5137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</a:rPr>
              <a:t>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49039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Inventory Value Estimate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206240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Products mapped to retail price bands
Absolute capital investment proxy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639312"/>
            <a:ext cx="5394960" cy="1664208"/>
          </a:xfrm>
          <a:prstGeom prst="rect">
            <a:avLst/>
          </a:prstGeom>
          <a:solidFill>
            <a:srgbClr val="1616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639312"/>
            <a:ext cx="822960" cy="16642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15137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0A0A"/>
                </a:solidFill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49039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Refill Velocity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206240"/>
            <a:ext cx="4297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Partially empty shelves = recent sales
Demand activity supplementary signal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5099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71500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Smart Simulation (no API key needed):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035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File size → inventory density proxy  ·  Buffer byte entropy → shelf complexity  ·  Image count → coverage confidence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KiranaLens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TenzorX 2026 · Poonawalla Fincorp · Problem 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Geo-Spatial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Location context is as important as inventory for creditworthiness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19072"/>
            <a:ext cx="352044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288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107"/>
                </a:solidFill>
              </a:rPr>
              <a:t>16%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494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Footfall Proxy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633472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Nearby schools + transit stations
→ customer traffic estimate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19072"/>
            <a:ext cx="352044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8288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2494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Catchment Density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633472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Population within 500m radius
→ addressable market 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719072"/>
            <a:ext cx="352044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8288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2494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Competition Density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633472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Grocery stores within 1km
Penalty only if competition &gt; 0.60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39312"/>
            <a:ext cx="352044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74903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AAAAA"/>
                </a:solidFill>
              </a:rP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1696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Road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553712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Arterial / Secondary / Internal
Derived from footfall proxy band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639312"/>
            <a:ext cx="352044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2" y="374903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41696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City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4553712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12 Indian metro profiles built-in
Haversine distance decay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3639312"/>
            <a:ext cx="352044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374903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41696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Competitor 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553712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</a:rPr>
              <a:t>Estimated stores in 5km radius
From competition density × 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5099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7424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AAAA"/>
                </a:solidFill>
              </a:rPr>
              <a:t>Google Maps API (Places Nearby + Geocoding) when key is set  ·  Coordinate-based simulation with 12 city profiles always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KiranaLens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TenzorX 2026 · Poonawalla Fincorp · Problem 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Scoring Engine &amp; Credit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Transparent, explainable, regulator-friendly weighted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11365992" cy="960120"/>
          </a:xfrm>
          <a:prstGeom prst="rect">
            <a:avLst/>
          </a:prstGeom>
          <a:solidFill>
            <a:srgbClr val="0E0E0E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Composite Score  =  0.28×SDI  +  0.22×SKU  +  0.18×InvVal  +  0.16×Footfall  +  0.10×Catchment  −  0.06×Competition_penalty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34640"/>
            <a:ext cx="2743200" cy="1463040"/>
          </a:xfrm>
          <a:prstGeom prst="rect">
            <a:avLst/>
          </a:prstGeom>
          <a:solidFill>
            <a:srgbClr val="161616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443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₹6K–22K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Daily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58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AA"/>
                </a:solidFill>
              </a:rPr>
              <a:t>±22% confidence band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2834640"/>
            <a:ext cx="2743200" cy="1463040"/>
          </a:xfrm>
          <a:prstGeom prst="rect">
            <a:avLst/>
          </a:prstGeom>
          <a:solidFill>
            <a:srgbClr val="161616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9443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₹1.6L–5.9L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547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Monthly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858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AA"/>
                </a:solidFill>
              </a:rPr>
              <a:t>26 operating days/month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2834640"/>
            <a:ext cx="2743200" cy="1463040"/>
          </a:xfrm>
          <a:prstGeom prst="rect">
            <a:avLst/>
          </a:prstGeom>
          <a:solidFill>
            <a:srgbClr val="1616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9443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LOW / MED
/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547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Risk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858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AA"/>
                </a:solidFill>
              </a:rPr>
              <a:t>Score threshold based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4584" y="2834640"/>
            <a:ext cx="2743200" cy="1463040"/>
          </a:xfrm>
          <a:prstGeom prst="rect">
            <a:avLst/>
          </a:prstGeom>
          <a:solidFill>
            <a:srgbClr val="161616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294436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PRE-APPROVE
REVIEW / DECLINE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3547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3858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AAAAA"/>
                </a:solidFill>
              </a:rPr>
              <a:t>Fraud-adjusted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5371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Fraud Detection — 3 Cross-Validation Checks: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560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🔴 Shelf Stuffing:  High SDI + low image entropy → borrowed inventory flag (conf: 0.61)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5838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🟡 Inventory-Footfall Gap:  SDI &gt; 0.88 in low-footfall area → geo cross-validation flag (conf: 0.74)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🟠 Coverage Bias:  Single image submitted → insufficient view flag (conf: 0.80)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KiranaLens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TenzorX 2026 · Poonawalla Fincorp · Problem 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Prototype — Sample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Real API response · Mumbai store · 3 photos uploaded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657600" cy="4297680"/>
          </a:xfrm>
          <a:prstGeom prst="rect">
            <a:avLst/>
          </a:prstGeom>
          <a:solidFill>
            <a:srgbClr val="141414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📸  3 store photos uploaded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📍  Mumbai, Maharashtra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     Lat: 19.0760, Lng: 72.8777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198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🏪  Nearest City: Mumbai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221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🏘️  Catchment: High density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245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🚦  Road Type: Arterial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26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🏬  Competitor Count: 62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691640"/>
            <a:ext cx="7315200" cy="4297680"/>
          </a:xfrm>
          <a:prstGeom prst="rect">
            <a:avLst/>
          </a:prstGeom>
          <a:solidFill>
            <a:srgbClr val="14141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810512"/>
            <a:ext cx="6949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OUTPUT  — Assessment KL-CD367CB1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Daily Sales Range: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2128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₹14,536 – ₹22,735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151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Monthly 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6151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₹3.78L – ₹5.91L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Monthly Income: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0175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107"/>
                </a:solidFill>
              </a:rPr>
              <a:t>₹68,028 – ₹1,06,400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4198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Composite Score: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4198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0.58  /  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2219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Confidence Score: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82219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0.60  (60%)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2245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Risk Level: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2245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107"/>
                </a:solidFill>
              </a:rPr>
              <a:t>MEDIUM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6268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Recommendation: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6268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107"/>
                </a:solidFill>
              </a:rPr>
              <a:t>MANUAL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029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Max Loan Eligibility: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029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C55E"/>
                </a:solidFill>
              </a:rPr>
              <a:t>₹13,07,595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4315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Suggested EMI: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4315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C55E"/>
                </a:solidFill>
              </a:rPr>
              <a:t>₹72,644 / 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144768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1996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A623"/>
                </a:solidFill>
              </a:rPr>
              <a:t>🌐  Live:  kiranalens-tenzorx2026-final-production.up.railway.app   ·   GitHub: AshThe25/KiranaLens-TenzorX2026-FINAL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"/>
            <a:ext cx="12188952" cy="411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KiranaLens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</a:rPr>
              <a:t>TenzorX 2026 · Poonawalla Fincorp · Problem 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 &amp;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Why KiranaLens matters for Poonawalla Fincorp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743200" cy="1371600"/>
          </a:xfrm>
          <a:prstGeom prst="rect">
            <a:avLst/>
          </a:prstGeom>
          <a:solidFill>
            <a:srgbClr val="161616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12M+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Kirana stores
target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691640"/>
            <a:ext cx="2743200" cy="1371600"/>
          </a:xfrm>
          <a:prstGeom prst="rect">
            <a:avLst/>
          </a:prstGeom>
          <a:solidFill>
            <a:srgbClr val="16161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81051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450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Cost reduction
vs field visits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691640"/>
            <a:ext cx="2743200" cy="1371600"/>
          </a:xfrm>
          <a:prstGeom prst="rect">
            <a:avLst/>
          </a:prstGeom>
          <a:solidFill>
            <a:srgbClr val="16161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81051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BDF8"/>
                </a:solidFill>
              </a:rPr>
              <a:t>60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450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Assessment time
vs 5-7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44584" y="1691640"/>
            <a:ext cx="2743200" cy="1371600"/>
          </a:xfrm>
          <a:prstGeom prst="rect">
            <a:avLst/>
          </a:prstGeom>
          <a:solidFill>
            <a:srgbClr val="161616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181051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107"/>
                </a:solidFill>
              </a:rPr>
              <a:t>₹40L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2450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Addressable
credit market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46120"/>
            <a:ext cx="5486400" cy="2651760"/>
          </a:xfrm>
          <a:prstGeom prst="rect">
            <a:avLst/>
          </a:prstGeom>
          <a:solidFill>
            <a:srgbClr val="141414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3649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💼  For Poonawalla Fincorp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82219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Unlock entirely new customer 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24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Reduce NPA risk with objective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26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10x loan officer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29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Standardised, auditable credit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4315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Scalable: 1 server → 10,000 assessments/day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3246120"/>
            <a:ext cx="5632704" cy="2651760"/>
          </a:xfrm>
          <a:prstGeom prst="rect">
            <a:avLst/>
          </a:prstGeom>
          <a:solidFill>
            <a:srgbClr val="14141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364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🌱  For Kirana Store Owners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82219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Access to formal credit — first time ever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2245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No documentation burden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6268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Fair, bias-free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5029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Faster approval → faster business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54315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AAAA"/>
                </a:solidFill>
              </a:rPr>
              <a:t>✓  Escape 40–60% informal interest 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KiranaLens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084831"/>
            <a:ext cx="3959352" cy="502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12848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5A623"/>
                </a:solidFill>
              </a:rPr>
              <a:t>See the Store. Know the Cash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45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</a:rPr>
              <a:t>The infrastructure to bring 12 million kirana stores
into the formal credit economy — starting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1363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356616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24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🌐 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kiranalens-tenzorx2026-final-production.up.railway.app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4114800"/>
            <a:ext cx="356616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224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💻 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57200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github.com/AshThe25/KiranaLens-TenzorX2026-FINAL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114800"/>
            <a:ext cx="3566160" cy="1005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224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🩺  API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57200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</a:rPr>
              <a:t>.../api/health  →  {"status":"online"}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8932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Built by Aishwarya Tripathi  ·  VIT Vellore  ·  TenzorX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