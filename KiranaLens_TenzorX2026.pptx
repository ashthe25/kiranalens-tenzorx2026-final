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292608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Cash Flow Underwriting for Kirana Stores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333756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Vision &amp; Geo Intelligence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0" y="3840480"/>
            <a:ext cx="57607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40690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"See the Store. Know the Cash Flow."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63550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TenzorX 2026  |  Poonawalla Fincorp National AI Hackathon  |  Problem Statement 4C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Kirana Credit Gap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200400" cy="12801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13M+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 Stores in India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06240" y="1371600"/>
            <a:ext cx="3200400" cy="12801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463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₹5.5L Cr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20624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Unmet Credit Demand Annually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955280" y="1371600"/>
            <a:ext cx="3200400" cy="12801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463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95528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— No Formal Financials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3474720" cy="1645920"/>
          </a:xfrm>
          <a:prstGeom prst="roundRect">
            <a:avLst>
              <a:gd name="adj" fmla="val 27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Books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" y="354787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Kiranas operate on cash with zero formal bookkeeping or GST records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017520"/>
            <a:ext cx="3474720" cy="1645920"/>
          </a:xfrm>
          <a:prstGeom prst="roundRect">
            <a:avLst>
              <a:gd name="adj" fmla="val 27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Surveys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51960" y="354787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officers cost ₹800–₹1,200 per visit. Impossible to scale nationwide.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63840" y="3017520"/>
            <a:ext cx="3474720" cy="1645920"/>
          </a:xfrm>
          <a:prstGeom prst="roundRect">
            <a:avLst>
              <a:gd name="adj" fmla="val 27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001000" y="354787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decisions rely on 'location feel' and officer gut — not data.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9834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cash flow is real. The data just doesn't exist on paper — yet."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Lending Market Too Large to Ignore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47088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92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13M kirana stores = India's largest small-business segment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2951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loan ticket: ₹2L – ₹10L per store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9806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market: ₹5.5 Lakh Crore+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355848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300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NBFC penetration: less than 8%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858768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8039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Poonawalla captures 1% → ₹5,500 Crore new book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1645920"/>
            <a:ext cx="5303520" cy="3200400"/>
          </a:xfrm>
          <a:prstGeom prst="roundRect">
            <a:avLst>
              <a:gd name="adj" fmla="val 1429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Kiranas don't lack creditworthiness.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75120" y="26700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lack paperwork.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75120" y="3154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Poonawalla Fincorp Field Report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703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 bridges that gap.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0" y="5303520"/>
            <a:ext cx="12188952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539496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₹39 Lakh Crore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0" y="5833872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Lending Market for Kirana Stores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 — 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2926080" cy="1645920"/>
          </a:xfrm>
          <a:prstGeom prst="roundRect">
            <a:avLst>
              <a:gd name="adj" fmla="val 27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20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Store Photos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GPS Coordinates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114800" y="1828800"/>
            <a:ext cx="3931920" cy="1645920"/>
          </a:xfrm>
          <a:prstGeom prst="roundRect">
            <a:avLst>
              <a:gd name="adj" fmla="val 2778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2240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11480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+ Geo + Scoring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8686800" y="1828800"/>
            <a:ext cx="3017520" cy="1645920"/>
          </a:xfrm>
          <a:prstGeom prst="roundRect">
            <a:avLst>
              <a:gd name="adj" fmla="val 27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Credit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0" y="2624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3383280" cy="13716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041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Range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₹6,000 – ₹9,000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38328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4041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8912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₹1.8L – ₹2.7L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321040" y="3931920"/>
            <a:ext cx="3383280" cy="137160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041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2104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 / Risk: LOW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visit. No documents. No waiting. Decision in under 60 seconds.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Visual Intelligence from Store Images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model extracts 4 key signals from 3–5 store photos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5303520" cy="173736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270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892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Density Index (SDI)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shelf space occupied → proxy for working capital deployed and sales velocity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92240" y="1417320"/>
            <a:ext cx="5303520" cy="173736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5270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675120" y="1892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Diversity Score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75120" y="22585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distinct product categories (staples, FMCG, high-margin) → higher diversity = better footfall capture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5303520" cy="173736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472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381304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Approx.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41788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detection mapped to price bands → estimates fast-moving vs slow-moving mix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92240" y="3337560"/>
            <a:ext cx="5303520" cy="173736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34472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75120" y="381304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Refill Signal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75120" y="41788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empty shelves = recent demand; overstocked = slow turnover or inspection gaming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394960"/>
            <a:ext cx="11247120" cy="411480"/>
          </a:xfrm>
          <a:prstGeom prst="rect">
            <a:avLst/>
          </a:prstGeom>
          <a:solidFill>
            <a:srgbClr val="FFF8E1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2239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Multi-image consistency checks prevent shelf-stuffing fraud — a key adversarial risk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Geo-Spatial Intelligence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875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coordinates unlock 3 powerful demand signals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64592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556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Density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130552"/>
            <a:ext cx="32004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within 500m radius, residential vs commercial mix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Demand baseline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7556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Proxy Index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434840" y="2130552"/>
            <a:ext cx="32004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type (arterial vs internal), proximity to schools, offices, transport hubs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Traffic multiplier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645920"/>
            <a:ext cx="3474720" cy="2011680"/>
          </a:xfrm>
          <a:prstGeom prst="roundRect">
            <a:avLst>
              <a:gd name="adj" fmla="val 2273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17556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Density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366760" y="2130552"/>
            <a:ext cx="32004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kirana count → moderate = proven demand; excessive = margin compression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Margin signal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1124712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0507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Sales = f ( SDI, SKU Diversity, Inventory Value, Geo Footfall Score, Competition Density, Visual Store Size, Category Mix 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50749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black-box model. Every output is explained — built for regulatory compliance.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Cheat-Proof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common manipulation has a detection mechanism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10515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760"/>
            <a:ext cx="13716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18470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Shelf-Stuffing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22128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(borrowing inventory before inspection)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764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0574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Multi-image consistency check + temporal logic from short 5-sec video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2926080"/>
            <a:ext cx="10515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26080"/>
            <a:ext cx="13716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017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51560" y="32644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Bias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630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(photographing only best-stocked corner)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3182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Cross-signal validation — high inventory in low-footfall geo = automatic FLAG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4343400"/>
            <a:ext cx="10515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343400"/>
            <a:ext cx="13716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434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51560" y="46817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Overstated Store Size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50474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(using neighbour's space)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4599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4892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area estimation vs GPS footprint discrepancy check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696712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resilience is a first-class feature, not an afterthought. Every signal has a counter-signal.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Simple, Scalable, Deployable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685800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75564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Agent Mobile App — 3-5 photos + GPS capture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6858000" cy="1920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79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035808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9008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Vision API / YOLOv8 → shelf &amp; product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419856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7413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API → geo-spatial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3803904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5818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Scoring Engine → SDI, inventory value, diversity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187952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4223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Calibration → uncertainty bands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7200" y="4956048"/>
            <a:ext cx="6858000" cy="82296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5303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Dashboard — structured JSON + explainable risk report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MERN · Python FastAPI · YOLOv8 · Google Vision API · Google Maps API · MongoDB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0" y="1234440"/>
            <a:ext cx="4114800" cy="4572000"/>
          </a:xfrm>
          <a:prstGeom prst="roundRect">
            <a:avLst>
              <a:gd name="adj" fmla="val 1111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095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09560" y="1719072"/>
            <a:ext cx="3840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"daily_sales_range":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[6000, 9000],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"monthly_revenue":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[180000, 270000],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"monthly_income":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[25000, 45000],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"confidence_score": 0.72,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"risk_flags":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"inventory_footfall_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mismatch"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"recommendation":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"PRE-APPROVE"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Wins for Poonawalla Fincorp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2588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Impact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700784"/>
            <a:ext cx="2286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visit cost today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677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₹800 – ₹1,200 per application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5786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~₹15 per assessment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58444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7200" y="38953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4281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bad loan prevented per 500 assessments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89320" y="1280160"/>
            <a:ext cx="36576" cy="3657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3258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Impact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1700784"/>
            <a:ext cx="22860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993392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9385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₹39L Crore TAM unlocked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0" y="2633472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weeks → 60 seconds TAT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3273552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21868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Risk-tiered lending via confidence scores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3913632"/>
            <a:ext cx="137160" cy="137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3858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flywheel: every assessment improves the model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1188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193792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 doesn't just cut costs — it unlocks an entirely new lending segment that competitors can't reach without physical infrastructure.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2560320" cy="2834640"/>
          </a:xfrm>
          <a:prstGeom prst="rect">
            <a:avLst/>
          </a:prstGeom>
          <a:solidFill>
            <a:srgbClr val="1A2942"/>
          </a:solidFill>
          <a:ln w="12700">
            <a:solidFill>
              <a:srgbClr val="1A294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600200"/>
            <a:ext cx="2560320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2514600"/>
            <a:ext cx="22860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334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upload interface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Vision API integration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6393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SDI scoring formula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600200"/>
            <a:ext cx="2560320" cy="2834640"/>
          </a:xfrm>
          <a:prstGeom prst="rect">
            <a:avLst/>
          </a:prstGeom>
          <a:solidFill>
            <a:srgbClr val="1A2942"/>
          </a:solidFill>
          <a:ln w="12700">
            <a:solidFill>
              <a:srgbClr val="1A29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600200"/>
            <a:ext cx="2560320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37560" y="20574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337560" y="2514600"/>
            <a:ext cx="22860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26334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API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logic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6393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 lender dashboard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560320" cy="2834640"/>
          </a:xfrm>
          <a:prstGeom prst="rect">
            <a:avLst/>
          </a:prstGeom>
          <a:solidFill>
            <a:srgbClr val="1A2942"/>
          </a:solidFill>
          <a:ln w="12700">
            <a:solidFill>
              <a:srgbClr val="1A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1600200"/>
            <a:ext cx="2560320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80760" y="20574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080760" y="2514600"/>
            <a:ext cx="2286000" cy="27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6334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kirana store test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2648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city with Poonawalla team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26480" y="36393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validation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0" y="1600200"/>
            <a:ext cx="2560320" cy="2834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0" y="1600200"/>
            <a:ext cx="2560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3+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823960" y="20574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23960" y="2514600"/>
            <a:ext cx="228600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9680" y="26334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refinement loop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6968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flywheel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869680" y="36393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 turns a smartphone into a branch. Every kirana store in India becomes a bankable asset — assessed in 60 seconds, from anywhere.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0" y="5943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Poonawalla Fincorp  |  TenzorX 2026  |  Problem Statement 4C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4320" y="137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KiranaLens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612880" y="64922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KiranaLens — TenzorX 2026</dc:title>
  <dc:subject>PptxGenJS Presentation</dc:subject>
  <dc:creator>KiranaLens Team</dc:creator>
  <cp:lastModifiedBy>KiranaLens Team</cp:lastModifiedBy>
  <cp:revision>1</cp:revision>
  <dcterms:created xsi:type="dcterms:W3CDTF">2026-05-03T18:16:59Z</dcterms:created>
  <dcterms:modified xsi:type="dcterms:W3CDTF">2026-05-03T18:16:59Z</dcterms:modified>
</cp:coreProperties>
</file>